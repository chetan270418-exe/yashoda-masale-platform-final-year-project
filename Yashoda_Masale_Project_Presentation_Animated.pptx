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8" r:id="rId12"/>
    <p:sldId id="271" r:id="rId13"/>
    <p:sldId id="272" r:id="rId14"/>
    <p:sldId id="273" r:id="rId15"/>
    <p:sldId id="274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FD3B982-6635-6942-B450-64DB36EAB770}">
          <p14:sldIdLst>
            <p14:sldId id="256"/>
            <p14:sldId id="257"/>
            <p14:sldId id="258"/>
          </p14:sldIdLst>
        </p14:section>
        <p14:section name="Solution" id="{2614F2C0-341F-F64C-01DF-AA14C3B27153}">
          <p14:sldIdLst>
            <p14:sldId id="259"/>
            <p14:sldId id="260"/>
            <p14:sldId id="261"/>
            <p14:sldId id="262"/>
          </p14:sldIdLst>
        </p14:section>
        <p14:section name="Team" id="{F261E10A-9D57-C8F8-CE73-19DFED765487}">
          <p14:sldIdLst>
            <p14:sldId id="265"/>
            <p14:sldId id="266"/>
            <p14:sldId id="267"/>
            <p14:sldId id="268"/>
          </p14:sldIdLst>
        </p14:section>
        <p14:section name="Plan" id="{D54DBE64-94EA-92CA-385D-E2A8E9D7C699}">
          <p14:sldIdLst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10" autoAdjust="0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15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2807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B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457200"/>
            <a:ext cx="3108960" cy="3108960"/>
          </a:xfrm>
          <a:prstGeom prst="ellipse">
            <a:avLst/>
          </a:prstGeom>
          <a:solidFill>
            <a:schemeClr val="accent1">
              <a:alpha val="70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377440"/>
            <a:ext cx="2194560" cy="2194560"/>
          </a:xfrm>
          <a:prstGeom prst="ellipse">
            <a:avLst/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0" y="3017520"/>
            <a:ext cx="1463040" cy="1463040"/>
          </a:xfrm>
          <a:prstGeom prst="ellipse">
            <a:avLst/>
          </a:prstGeom>
          <a:solidFill>
            <a:schemeClr val="accent3">
              <a:alpha val="60000"/>
            </a:scheme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6400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FINAL YEAR DIPLOMA PROJECT  |  COMPUTER ENGINEERING  |  2026-27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887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Yashoda Masale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574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AI-Enabled Spice Business Management Platform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718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One connected system for the factory, warehouse, dealers and customers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23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Vedika Warke  |  Sanika Thale  |  Srushti Bhagat  |  Chetan Sonawane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434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Guide: Ms. Samruddhi Burkul  |  Pillai HOC College, Rasayani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72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The problem small spice businesses face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Scattered records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916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Stock, batches and orders live in different Excel sheets and notebooks.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93776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623560" y="1325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Batches are hard to trace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623560" y="16916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Hard to know which batch went to which customer.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393192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834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697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Old stock expires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0632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 rule to sell the oldest stock first, so some goes unsold.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2560320"/>
            <a:ext cx="393192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937760" y="2834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623560" y="2697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Slow phone orders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623560" y="30632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Orders by phone or message are slow and cause mistakes.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Big ERP tools (Odoo, ERPNext, Zoho) exist, but they are heavy, costly and need training. So we build a focused 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80"/>
                            </p:stCondLst>
                            <p:childTnLst>
                              <p:par>
                                <p:cTn id="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610"/>
                            </p:stCondLst>
                            <p:childTnLst>
                              <p:par>
                                <p:cTn id="7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Our solution: one connected platform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Yashoda Masale is a web app that links the factory, warehouse, distributors, dealers and consumers through one shared record.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One shared record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5176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Stock, batches and orders in one place. No repeated typing in spreadsheets.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9319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210312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7472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Safe, smart dispatch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65176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Held, rejected or expired batches are never sent. Oldest stock goes first (FEFO).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39319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210312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Human-approved AI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65176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AI forecasts and suggests. A person always approves before anything happens.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3931920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80"/>
                            </p:stCondLst>
                            <p:childTnLst>
                              <p:par>
                                <p:cTn id="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16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we will build, and how we will test 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 we will build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Secure login with 6 user roles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Product catalogue and price lists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Factory records and quality checks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Stock tracking with FEFO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Orders, invoices, dispatch and QR tracing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Dashboards and AI tools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9204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How we will know it works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82880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Each role sees only its own screens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held batch can never be dispatched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Stock stays correct when orders change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QR page shows batch events, no private 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 draft orders need approval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Forecast is compared with a baseline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80"/>
                            </p:stCondLst>
                            <p:childTnLst>
                              <p:par>
                                <p:cTn id="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Six types of users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Owner / Admin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Manages users and prices, sees the whole business.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74720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Factory Manager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737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Records raw material, production and quality decisions.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Warehouse Manager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737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Manages stock, expiry alerts, packing and dispatch.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Distributor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3832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Places bulk orders, sees its dealers and invoices.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91840" y="283464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47472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Dealer / Retailer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33832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Orders at dealer prices and repeats past orders.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0" y="283464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0936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Consumer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33832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Shops online, tracks orders, scans the batch QR.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80"/>
                            </p:stCondLst>
                            <p:childTnLst>
                              <p:par>
                                <p:cTn id="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How work flows: raw material to customer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097280" cy="128016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288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Raw material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432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Supplier, lot and quantity are recorded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45920" y="1280160"/>
            <a:ext cx="1097280" cy="128016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011680" y="137160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18288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Production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27432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Workers make it; the app records each stage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34640" y="1280160"/>
            <a:ext cx="1097280" cy="128016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00400" y="137160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18288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Quality check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27432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Batch is approved, held or rejected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23360" y="1280160"/>
            <a:ext cx="1097280" cy="128016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89120" y="137160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069080" y="18288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Finished stock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27432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Only released batches become sellable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212080" y="1280160"/>
            <a:ext cx="1097280" cy="128016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577840" y="137160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57800" y="18288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Order + FEFO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27432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Earliest-expiry batch is reserved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1280160"/>
            <a:ext cx="1097280" cy="128016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66560" y="137160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18288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Dispatch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27432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Pick, pack, ship; events are logged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89520" y="1280160"/>
            <a:ext cx="1097280" cy="128016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955280" y="137160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7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635240" y="18288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QR journey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589520" y="27432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 scans QR to see batch history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Factory workers do the real manufacturing. Our software records, controls and reports the work. It does not run any machine.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80"/>
                            </p:stCondLst>
                            <p:childTnLst>
                              <p:par>
                                <p:cTn id="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2000"/>
                            </p:stCondLst>
                            <p:childTnLst>
                              <p:par>
                                <p:cTn id="1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FEFO: First-Expired, First-Out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Example: a dealer orders 100 packs. Which batches do we use?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82880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Batch 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945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Expires in Jan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60 packs, released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71800"/>
            <a:ext cx="1463040" cy="347472"/>
          </a:xfrm>
          <a:prstGeom prst="roundRect">
            <a:avLst>
              <a:gd name="adj" fmla="val 2631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USED FIRST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90495" y="1645920"/>
            <a:ext cx="182880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73375" y="1783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Batch B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73375" y="21945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Expires in Mar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80 packs, released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773375" y="2971800"/>
            <a:ext cx="1463040" cy="347472"/>
          </a:xfrm>
          <a:prstGeom prst="roundRect">
            <a:avLst>
              <a:gd name="adj" fmla="val 2631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USED NEXT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23790" y="1645920"/>
            <a:ext cx="182880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06670" y="1783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Batch C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906670" y="21945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Expires in Feb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Quality: on hold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906670" y="2971800"/>
            <a:ext cx="1463040" cy="347472"/>
          </a:xfrm>
          <a:prstGeom prst="roundRect">
            <a:avLst>
              <a:gd name="adj" fmla="val 2631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BLOCKED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7086" y="1645920"/>
            <a:ext cx="182880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039966" y="1783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Batch 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039966" y="21945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Already expired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50 packs left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039966" y="2971800"/>
            <a:ext cx="1463040" cy="347472"/>
          </a:xfrm>
          <a:prstGeom prst="roundRect">
            <a:avLst>
              <a:gd name="adj" fmla="val 2631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BLOCKED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Result: 60 packs from Batch A + 40 from Batch B. Reserving happens inside one database transaction, so two orders can never take the same stock.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80"/>
                            </p:stCondLst>
                            <p:childTnLst>
                              <p:par>
                                <p:cTn id="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9" grpId="0" animBg="1"/>
      <p:bldP spid="10" grpId="0" animBg="1"/>
      <p:bldP spid="13" grpId="0" animBg="1"/>
      <p:bldP spid="14" grpId="0" animBg="1"/>
      <p:bldP spid="17" grpId="0" animBg="1"/>
      <p:bldP spid="18" grpId="0" animBg="1"/>
      <p:bldP spid="7" grpId="0" animBg="1"/>
      <p:bldP spid="11" grpId="0" animBg="1"/>
      <p:bldP spid="15" grpId="0" animBg="1"/>
      <p:bldP spid="19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Vedika Warke: Frontend Developer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3383280"/>
          </a:xfrm>
          <a:prstGeom prst="roundRect">
            <a:avLst>
              <a:gd name="adj" fmla="val 4000"/>
            </a:avLst>
          </a:prstGeom>
          <a:solidFill>
            <a:schemeClr val="accent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914400" cy="91440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6"/>
                </a:solidFill>
              </a:rPr>
              <a:t>V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14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Vedika Warke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80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Frontend Developer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383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OWNS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6118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frontend/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React / Next.js pages, forms, dashboards, API integration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188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What this role does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64592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Pages for all six roles: login and dashboards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Product catalogue, dealer portal, consumer store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Forms and charts for stock, orders, forecasts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Public QR page showing a batch's journey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Connects every screen to the backend API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0" y="3886200"/>
            <a:ext cx="521208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0" y="38862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Works with: </a:t>
            </a:r>
            <a:r>
              <a:rPr lang="en-US" sz="1400" dirty="0">
                <a:solidFill>
                  <a:schemeClr val="tx1"/>
                </a:solidFill>
              </a:rPr>
              <a:t>Takes designs from Sanika and data from Srushti's and Chetan's APIs.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80"/>
                            </p:stCondLst>
                            <p:childTnLst>
                              <p:par>
                                <p:cTn id="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18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76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4" grpId="0" animBg="1"/>
      <p:bldP spid="9" grpId="0" animBg="1"/>
      <p:bldP spid="10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Sanika Thale: UI/UX Designer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3383280"/>
          </a:xfrm>
          <a:prstGeom prst="roundRect">
            <a:avLst>
              <a:gd name="adj" fmla="val 4000"/>
            </a:avLst>
          </a:prstGeom>
          <a:solidFill>
            <a:schemeClr val="accent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914400" cy="91440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5"/>
                </a:solidFill>
              </a:rPr>
              <a:t>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14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Sanika Thale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80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UI/UX Designer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383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OWNS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6118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docs/design/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plus design assets in frontend/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188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What this role does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64592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Wireframes for every screen and every role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Design tokens: colours, fonts, spacing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Reusable components: buttons, cards, tables, forms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Responsive layouts for phone, tablet, laptop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Hands finished designs to Vedika to 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0" y="3886200"/>
            <a:ext cx="521208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0" y="38862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Works with: </a:t>
            </a:r>
            <a:r>
              <a:rPr lang="en-US" sz="1400" dirty="0">
                <a:solidFill>
                  <a:schemeClr val="tx1"/>
                </a:solidFill>
              </a:rPr>
              <a:t>Designs first, so every screen Vedika builds looks consistent.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80"/>
                            </p:stCondLst>
                            <p:childTnLst>
                              <p:par>
                                <p:cTn id="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18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76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4" grpId="0" animBg="1"/>
      <p:bldP spid="9" grpId="0" animBg="1"/>
      <p:bldP spid="10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Srushti Bhagat: Database &amp; API Developer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3383280"/>
          </a:xfrm>
          <a:prstGeom prst="roundRect">
            <a:avLst>
              <a:gd name="adj" fmla="val 4000"/>
            </a:avLst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914400" cy="91440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3"/>
                </a:solidFill>
              </a:rPr>
              <a:t>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14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Srushti Bhagat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80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Database &amp; API Developer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383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OWNS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6118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database/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and the agreed API modules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188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What this role does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64592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Designs tables: users, roles, products, suppliers, stock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Migrations: safe, versioned database changes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Validation rules, e.g. no negative stock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APIs for users, products, suppliers, inventory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API documentation so the frontend knows what to call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0" y="3886200"/>
            <a:ext cx="521208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0" y="38862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Works with: </a:t>
            </a:r>
            <a:r>
              <a:rPr lang="en-US" sz="1400" dirty="0">
                <a:solidFill>
                  <a:schemeClr val="tx1"/>
                </a:solidFill>
              </a:rPr>
              <a:t>Shares API contracts with Vedika (screens) and Chetan (logic).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80"/>
                            </p:stCondLst>
                            <p:childTnLst>
                              <p:par>
                                <p:cTn id="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18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76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4" grpId="0" animBg="1"/>
      <p:bldP spid="9" grpId="0" animBg="1"/>
      <p:bldP spid="10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Chetan Sonawane: Backend &amp; AI Lead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338328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914400" cy="91440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</a:rPr>
              <a:t>C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14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Chetan Sonawane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80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Backend &amp; AI Lead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383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OWNS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6118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backend/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and ai-services/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188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 this role does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64592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Login and role-based permissions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Workflows: quality release, FEFO, orders, dispatch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AI: forecasting, reorder tips, assistant, dealer agent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Integrations and deployment (Docker, HTTPS, backups)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Leads the backend and helps merge everyone's work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0" y="3886200"/>
            <a:ext cx="521208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0" y="38862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Works with: </a:t>
            </a:r>
            <a:r>
              <a:rPr lang="en-US" sz="1400" dirty="0">
                <a:solidFill>
                  <a:schemeClr val="tx1"/>
                </a:solidFill>
              </a:rPr>
              <a:t>Builds on Srushti's database and APIs; serves the data Vedika's screens show.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80"/>
                            </p:stCondLst>
                            <p:childTnLst>
                              <p:par>
                                <p:cTn id="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18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76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4" grpId="0" animBg="1"/>
      <p:bldP spid="9" grpId="0" animBg="1"/>
      <p:bldP spid="10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AI features: helpful, but always under control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1887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Demand forecasting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Predicts demand; tested against a simple baseline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9280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84708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Reorder and expiry tips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Suggests restocking and flags expiry risk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55117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50545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Grounded assistant (RAG)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Answers only from approved product info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095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6382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Dealer reorder agent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Prepares a draft order from past orders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8679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82219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Plain-language questions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Answered with safe, fixed queries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651760" cy="82296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035040" y="11887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AI suggests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a forecast or draft order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↓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035040" y="2377440"/>
            <a:ext cx="2651760" cy="82296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035040" y="2377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Backend checks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permissions, price, stock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↓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035040" y="3566160"/>
            <a:ext cx="2651760" cy="82296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035040" y="3566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Human approves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nothing happens without 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80"/>
                            </p:stCondLst>
                            <p:childTnLst>
                              <p:par>
                                <p:cTn id="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720"/>
                            </p:stCondLst>
                            <p:childTnLst>
                              <p:par>
                                <p:cTn id="4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980"/>
                            </p:stCondLst>
                            <p:childTnLst>
                              <p:par>
                                <p:cTn id="78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9" dur="4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80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1" dur="4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0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Security and testing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Security rules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Permissions checked on the server, not just hidden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API keys stay in backend secrets; HTTPS used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Public QR page shows approved info only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Audit log for prices, approvals, stock changes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 output is treated as untrusted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9204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Test examples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82880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Dealer asks for owner report: denied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Held batch sent for dispatch: blocked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Two orders, last stock: no overselling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Question with no source: says unavailable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 restarts: data is safe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80"/>
                            </p:stCondLst>
                            <p:childTnLst>
                              <p:par>
                                <p:cTn id="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Outcomes, limits and 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33832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Expected outcomes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connected prototype for the business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Clear view of batches, quality and expiry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Safe, consistent stock and orders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Working QR pages and AI demo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560320" cy="33832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74720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Limitations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82880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Demo uses labelled synthetic 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 quality depends on that 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Legal and FSSAI rules need checking before real use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560320" cy="33832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Future scope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82880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Mobile app on the same APIs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WhatsApp orders for dealers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Hindi and Marathi voice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ONDC integration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80"/>
                            </p:stCondLst>
                            <p:childTnLst>
                              <p:par>
                                <p:cTn id="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457200"/>
            <a:ext cx="3108960" cy="3108960"/>
          </a:xfrm>
          <a:prstGeom prst="ellipse">
            <a:avLst/>
          </a:prstGeom>
          <a:solidFill>
            <a:schemeClr val="accent1">
              <a:alpha val="70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377440"/>
            <a:ext cx="2194560" cy="2194560"/>
          </a:xfrm>
          <a:prstGeom prst="ellipse">
            <a:avLst/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0" y="3017520"/>
            <a:ext cx="1463040" cy="1463040"/>
          </a:xfrm>
          <a:prstGeom prst="ellipse">
            <a:avLst/>
          </a:prstGeom>
          <a:solidFill>
            <a:schemeClr val="accent3">
              <a:alpha val="60000"/>
            </a:scheme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Vedika Warke  |  Sanika Thale  |  Srushti Bhagat  |  Chetan Sonawane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Guide: Ms. Samruddhi Burkul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2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Spice">
  <a:themeElements>
    <a:clrScheme name="Spice">
      <a:dk1>
        <a:srgbClr val="2B1810"/>
      </a:dk1>
      <a:lt1>
        <a:srgbClr val="FFFFFF"/>
      </a:lt1>
      <a:dk2>
        <a:srgbClr val="7A2E1B"/>
      </a:dk2>
      <a:lt2>
        <a:srgbClr val="F8EEE7"/>
      </a:lt2>
      <a:accent1>
        <a:srgbClr val="D9480F"/>
      </a:accent1>
      <a:accent2>
        <a:srgbClr val="E8A317"/>
      </a:accent2>
      <a:accent3>
        <a:srgbClr val="2F7D4F"/>
      </a:accent3>
      <a:accent4>
        <a:srgbClr val="7A2E1B"/>
      </a:accent4>
      <a:accent5>
        <a:srgbClr val="8E4585"/>
      </a:accent5>
      <a:accent6>
        <a:srgbClr val="3A6EA5"/>
      </a:accent6>
      <a:hlink>
        <a:srgbClr val="3A6EA5"/>
      </a:hlink>
      <a:folHlink>
        <a:srgbClr val="8E4585"/>
      </a:folHlink>
    </a:clrScheme>
    <a:fontScheme name="Sp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1224</Words>
  <Application>Microsoft Office PowerPoint</Application>
  <PresentationFormat>On-screen Show (16:9)</PresentationFormat>
  <Paragraphs>241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Spice</vt:lpstr>
      <vt:lpstr>PowerPoint Presentation</vt:lpstr>
      <vt:lpstr>The problem small spice businesses face</vt:lpstr>
      <vt:lpstr>Our solution: one connected platform</vt:lpstr>
      <vt:lpstr>What we will build, and how we will test it</vt:lpstr>
      <vt:lpstr>Six types of users</vt:lpstr>
      <vt:lpstr>How work flows: raw material to customer</vt:lpstr>
      <vt:lpstr>FEFO: First-Expired, First-Out</vt:lpstr>
      <vt:lpstr>Vedika Warke: Frontend Developer</vt:lpstr>
      <vt:lpstr>Sanika Thale: UI/UX Designer</vt:lpstr>
      <vt:lpstr>Srushti Bhagat: Database &amp; API Developer</vt:lpstr>
      <vt:lpstr>Chetan Sonawane: Backend &amp; AI Lead</vt:lpstr>
      <vt:lpstr>AI features: helpful, but always under control</vt:lpstr>
      <vt:lpstr>Security and testing</vt:lpstr>
      <vt:lpstr>Outcomes, limits and future scope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Yashoda Masale - Project Presentation</dc:title>
  <dc:subject>PptxGenJS Presentation</dc:subject>
  <dc:creator>PptxGenJS</dc:creator>
  <cp:lastModifiedBy>Vedika Warke</cp:lastModifiedBy>
  <cp:revision>2</cp:revision>
  <dcterms:created xsi:type="dcterms:W3CDTF">2026-10-26T05:38:19Z</dcterms:created>
  <dcterms:modified xsi:type="dcterms:W3CDTF">2026-10-26T06:25:29Z</dcterms:modified>
</cp:coreProperties>
</file>